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36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ity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Aptos"/>
              </a:rPr>
              <a:t>REVERSE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91E23"/>
                </a:solidFill>
                <a:latin typeface="Aptos"/>
              </a:rPr>
              <a:t>AI Navigation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03B46"/>
                </a:solidFill>
                <a:latin typeface="Aptos"/>
              </a:rPr>
              <a:t>Architecture, algorithms, data flow and redesign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43200"/>
            <a:ext cx="5486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871216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REAL-WORLD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46120"/>
            <a:ext cx="51572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Google Maps navigation — a conceptual reconstruction based on publicly documented system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1E23"/>
                </a:solidFill>
                <a:latin typeface="Aptos"/>
              </a:rPr>
              <a:t>B Santhosh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30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03B46"/>
                </a:solidFill>
                <a:latin typeface="Aptos"/>
              </a:rPr>
              <a:t>Reg No: 192511053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7A"/>
                </a:solidFill>
                <a:latin typeface="Aptos"/>
              </a:rPr>
              <a:t>Guided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9634" y="51709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91E23"/>
                </a:solidFill>
                <a:latin typeface="Aptos"/>
              </a:rPr>
              <a:t>Dr Rajaram P</a:t>
            </a:r>
          </a:p>
        </p:txBody>
      </p:sp>
      <p:pic>
        <p:nvPicPr>
          <p:cNvPr id="24" name="Picture 6" descr="SIMATS ENGINEERING —Profile">
            <a:extLst>
              <a:ext uri="{FF2B5EF4-FFF2-40B4-BE49-F238E27FC236}">
                <a16:creationId xmlns:a16="http://schemas.microsoft.com/office/drawing/2014/main" id="{F95F2157-415B-0436-7227-087EAA590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SIMATS ENGINEERING —Profile">
            <a:extLst>
              <a:ext uri="{FF2B5EF4-FFF2-40B4-BE49-F238E27FC236}">
                <a16:creationId xmlns:a16="http://schemas.microsoft.com/office/drawing/2014/main" id="{9F9D9BD0-6263-BBEF-C20E-1B5D266F37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27682-6A17-8FD7-1C44-3D379FE7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729" y="0"/>
            <a:ext cx="6025242" cy="6858000"/>
          </a:xfrm>
          <a:prstGeom prst="rect">
            <a:avLst/>
          </a:prstGeom>
        </p:spPr>
      </p:pic>
      <p:pic>
        <p:nvPicPr>
          <p:cNvPr id="5" name="Picture 6" descr="SIMATS ENGINEERING —Profile">
            <a:extLst>
              <a:ext uri="{FF2B5EF4-FFF2-40B4-BE49-F238E27FC236}">
                <a16:creationId xmlns:a16="http://schemas.microsoft.com/office/drawing/2014/main" id="{DDBD56F8-9FE4-B05F-95C8-45C63E21B5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749983" cy="78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 ENGINEERING —Profile">
            <a:extLst>
              <a:ext uri="{FF2B5EF4-FFF2-40B4-BE49-F238E27FC236}">
                <a16:creationId xmlns:a16="http://schemas.microsoft.com/office/drawing/2014/main" id="{1743D099-F2B7-D77E-FF20-ED6C6F5BC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048554" y="33803"/>
            <a:ext cx="1143446" cy="82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022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24092-C625-DA1A-B440-F43474CD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135" y="0"/>
            <a:ext cx="5323730" cy="6858000"/>
          </a:xfrm>
          <a:prstGeom prst="rect">
            <a:avLst/>
          </a:prstGeom>
        </p:spPr>
      </p:pic>
      <p:pic>
        <p:nvPicPr>
          <p:cNvPr id="7" name="Picture 6" descr="SIMATS ENGINEERING —Profile">
            <a:extLst>
              <a:ext uri="{FF2B5EF4-FFF2-40B4-BE49-F238E27FC236}">
                <a16:creationId xmlns:a16="http://schemas.microsoft.com/office/drawing/2014/main" id="{2E23D2E4-4BB1-B180-6BD7-257D7B04B2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048554" y="33803"/>
            <a:ext cx="1143446" cy="82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F1E00FE5-2E56-401D-B72F-DC6076BC46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SIMATS ENGINEERING —Profile">
            <a:extLst>
              <a:ext uri="{FF2B5EF4-FFF2-40B4-BE49-F238E27FC236}">
                <a16:creationId xmlns:a16="http://schemas.microsoft.com/office/drawing/2014/main" id="{EDAE6805-41BA-98AA-786F-FC7CE95B89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90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1. 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What we can observe before looking inside the system</a:t>
            </a:r>
          </a:p>
        </p:txBody>
      </p:sp>
      <p:pic>
        <p:nvPicPr>
          <p:cNvPr id="5" name="Picture 4" descr="phone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3931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00600" y="13258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65192" y="1453895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1828800"/>
            <a:ext cx="273405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GPS location
Destination
Road network
Traffic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25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1453895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828800"/>
            <a:ext cx="300837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Route
ETA
Traffic condition
Rerouting /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3063240"/>
            <a:ext cx="6766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3191256"/>
            <a:ext cx="6437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Main 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566160"/>
            <a:ext cx="6437376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The system combines live road conditions with historical patterns, predicts near-future traffic, then uses that information to select or change a route.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800600"/>
            <a:ext cx="6766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65192" y="4928616"/>
            <a:ext cx="6437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5303520"/>
            <a:ext cx="643737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Infer the smallest architecture that explains these visible behaviors.</a:t>
            </a:r>
          </a:p>
        </p:txBody>
      </p:sp>
      <p:pic>
        <p:nvPicPr>
          <p:cNvPr id="23" name="Picture 6" descr="SIMATS ENGINEERING —Profile">
            <a:extLst>
              <a:ext uri="{FF2B5EF4-FFF2-40B4-BE49-F238E27FC236}">
                <a16:creationId xmlns:a16="http://schemas.microsoft.com/office/drawing/2014/main" id="{2F3CD5C2-D68B-F29C-458D-B28C8287E8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SIMATS ENGINEERING —Profile">
            <a:extLst>
              <a:ext uri="{FF2B5EF4-FFF2-40B4-BE49-F238E27FC236}">
                <a16:creationId xmlns:a16="http://schemas.microsoft.com/office/drawing/2014/main" id="{E79AAE4F-22B8-81FE-4183-2AEB3BB11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2. Reconstructed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A practical engineering view of the major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188720"/>
            <a:ext cx="9921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07592" y="1316736"/>
            <a:ext cx="9592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Mobile / Navigation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691640"/>
            <a:ext cx="959205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GPS, destination, route display, voice guidance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1901952"/>
            <a:ext cx="0" cy="201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43000" y="2121408"/>
            <a:ext cx="9921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07592" y="2249424"/>
            <a:ext cx="9592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624328"/>
            <a:ext cx="959205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Location signals, road graph, incidents, historical traffic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2834640"/>
            <a:ext cx="0" cy="201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43000" y="3054096"/>
            <a:ext cx="9921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3182112"/>
            <a:ext cx="9592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AI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557015"/>
            <a:ext cx="959205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Traffic forecasting and ETA estimation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3767328"/>
            <a:ext cx="0" cy="201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43000" y="3986784"/>
            <a:ext cx="9921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07592" y="4114800"/>
            <a:ext cx="9592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Routing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489704"/>
            <a:ext cx="959205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Candidate routes, constraints and route ranking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700016"/>
            <a:ext cx="0" cy="201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43000" y="4919472"/>
            <a:ext cx="99212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07592" y="5047488"/>
            <a:ext cx="9592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Response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5422392"/>
            <a:ext cx="959205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Best route, ETA, alerts and rerouting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9893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707A"/>
                </a:solidFill>
                <a:latin typeface="Aptos"/>
              </a:rPr>
              <a:t>Conceptual reconstruction — not Google's private source-code architecture.</a:t>
            </a:r>
          </a:p>
        </p:txBody>
      </p:sp>
      <p:pic>
        <p:nvPicPr>
          <p:cNvPr id="26" name="Picture 6" descr="SIMATS ENGINEERING —Profile">
            <a:extLst>
              <a:ext uri="{FF2B5EF4-FFF2-40B4-BE49-F238E27FC236}">
                <a16:creationId xmlns:a16="http://schemas.microsoft.com/office/drawing/2014/main" id="{2E268091-8B67-5238-36DE-179FEE71C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SIMATS ENGINEERING —Profile">
            <a:extLst>
              <a:ext uri="{FF2B5EF4-FFF2-40B4-BE49-F238E27FC236}">
                <a16:creationId xmlns:a16="http://schemas.microsoft.com/office/drawing/2014/main" id="{0F00C380-5776-D09C-180E-227D5E3A8F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3. Data Flow &amp; Module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How information moves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GPS /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4630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9272" y="159105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Traffic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4630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88152" y="159105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AI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59105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Route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146304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14432" y="159105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79476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392277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Incidents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79476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8152" y="392277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Road 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9476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3922776"/>
            <a:ext cx="1362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Feedback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1938528"/>
            <a:ext cx="731520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46320" y="1938528"/>
            <a:ext cx="777240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0" y="1938528"/>
            <a:ext cx="777240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84080" y="1938528"/>
            <a:ext cx="365760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77639" y="2450592"/>
            <a:ext cx="1645921" cy="1344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46520" y="2450592"/>
            <a:ext cx="0" cy="1344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15400" y="2450592"/>
            <a:ext cx="0" cy="1344168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3B46"/>
                </a:solidFill>
                <a:latin typeface="Aptos"/>
              </a:rPr>
              <a:t>1. Collect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3B46"/>
                </a:solidFill>
                <a:latin typeface="Aptos"/>
              </a:rPr>
              <a:t>2. 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3B46"/>
                </a:solidFill>
                <a:latin typeface="Aptos"/>
              </a:rPr>
              <a:t>3. Generate routes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166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3B46"/>
                </a:solidFill>
                <a:latin typeface="Aptos"/>
              </a:rPr>
              <a:t>4. 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5166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3B46"/>
                </a:solidFill>
                <a:latin typeface="Aptos"/>
              </a:rPr>
              <a:t>5. 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0644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7A"/>
                </a:solidFill>
                <a:latin typeface="Aptos"/>
              </a:rPr>
              <a:t>The feedback loop matters: new road conditions can trigger another prediction and route decision.</a:t>
            </a:r>
          </a:p>
        </p:txBody>
      </p:sp>
      <p:pic>
        <p:nvPicPr>
          <p:cNvPr id="35" name="Picture 6" descr="SIMATS ENGINEERING —Profile">
            <a:extLst>
              <a:ext uri="{FF2B5EF4-FFF2-40B4-BE49-F238E27FC236}">
                <a16:creationId xmlns:a16="http://schemas.microsoft.com/office/drawing/2014/main" id="{60EC7C5C-8172-DDD3-EFED-598659913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SIMATS ENGINEERING —Profile">
            <a:extLst>
              <a:ext uri="{FF2B5EF4-FFF2-40B4-BE49-F238E27FC236}">
                <a16:creationId xmlns:a16="http://schemas.microsoft.com/office/drawing/2014/main" id="{C15B5F59-D1D0-2C3B-83B5-B1DF47D39F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4. Algorithm &amp; Logic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Algorithms inferred from the behavior and public technical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62456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Traffic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145536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66707A"/>
                </a:solidFill>
                <a:latin typeface="Aptos"/>
              </a:rPr>
              <a:t>• Historical traffic patterns
• Live traffic observations
• Machine learning
• Graph Neural Network (publicly documented by Google DeepMind)
• Travel-time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Route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737360"/>
            <a:ext cx="3145536" cy="2004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66707A"/>
                </a:solidFill>
                <a:latin typeface="Aptos"/>
              </a:rPr>
              <a:t>• Candidate route generation
• ETA comparison
• Road restrictions
• Road quality
• Directness / road size
• Alternative route when predicted congestion rises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362456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Decision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737360"/>
            <a:ext cx="3145536" cy="1769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120" b="0" dirty="0">
                <a:solidFill>
                  <a:srgbClr val="66707A"/>
                </a:solidFill>
                <a:latin typeface="Aptos"/>
              </a:rPr>
              <a:t>IF route is restricted → reject
IF predicted delay rises → compare alternatives
IF alternative has lower cost → reroute
ELSE → continue current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5216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07A"/>
                </a:solidFill>
                <a:latin typeface="Aptos"/>
              </a:rPr>
              <a:t>Public technical evidence identifies a Graph Neural Network traffic-prediction component and a route-ranking stage.</a:t>
            </a:r>
          </a:p>
        </p:txBody>
      </p:sp>
      <p:pic>
        <p:nvPicPr>
          <p:cNvPr id="16" name="Picture 6" descr="SIMATS ENGINEERING —Profile">
            <a:extLst>
              <a:ext uri="{FF2B5EF4-FFF2-40B4-BE49-F238E27FC236}">
                <a16:creationId xmlns:a16="http://schemas.microsoft.com/office/drawing/2014/main" id="{0E9AC5CC-15F3-69EF-382E-EDFC60C1E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SIMATS ENGINEERING —Profile">
            <a:extLst>
              <a:ext uri="{FF2B5EF4-FFF2-40B4-BE49-F238E27FC236}">
                <a16:creationId xmlns:a16="http://schemas.microsoft.com/office/drawing/2014/main" id="{7E84AB75-3C3A-8EB8-1FBD-8FCEB40DBB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5. Route Scoring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A simple formula that explains the engineering trade-off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25880"/>
            <a:ext cx="5897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1" y="1453895"/>
            <a:ext cx="5568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Illustrative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1828800"/>
            <a:ext cx="556869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Lower total cost → preferred feasible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414016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286000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2414016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286000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9312" y="2414016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Traffic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286000"/>
            <a:ext cx="1371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68112" y="2414016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52928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298094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852928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298094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28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2852928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9312" y="2980944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High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2852928"/>
            <a:ext cx="1371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68112" y="298094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41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3451207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357530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3447288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76272" y="357530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31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3447288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9312" y="3575304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Medium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3447288"/>
            <a:ext cx="1371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68112" y="3575304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36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041648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4169663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4041648"/>
            <a:ext cx="1463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76272" y="4169663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25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4041648"/>
            <a:ext cx="18288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39312" y="4169663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High 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4041648"/>
            <a:ext cx="1371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68112" y="4169663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43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572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707A"/>
                </a:solidFill>
                <a:latin typeface="Aptos"/>
              </a:rPr>
              <a:t>Values are illustrative, not Google Maps measurements.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0" y="5074920"/>
            <a:ext cx="5897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42431" y="5202936"/>
            <a:ext cx="5568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42431" y="5577840"/>
            <a:ext cx="556869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Choose the lowest-cost route that satisfies road, safety and user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6. Real-World Example: Chennai Commute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A normal navigation decision, shown step by step</a:t>
            </a:r>
          </a:p>
        </p:txBody>
      </p:sp>
      <p:pic>
        <p:nvPicPr>
          <p:cNvPr id="5" name="Picture 4" descr="traffic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0690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83480" y="13075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3B46"/>
                </a:solidFill>
                <a:latin typeface="Aptos"/>
              </a:rPr>
              <a:t>08:20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188720"/>
            <a:ext cx="54864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79592" y="1316736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1608255"/>
            <a:ext cx="51572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66707A"/>
                </a:solidFill>
                <a:latin typeface="Aptos"/>
              </a:rPr>
              <a:t>Driver enters destination.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0756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3B46"/>
                </a:solidFill>
                <a:latin typeface="Aptos"/>
              </a:rPr>
              <a:t>08:24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956816"/>
            <a:ext cx="54864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9592" y="2084832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377440"/>
            <a:ext cx="51572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66707A"/>
                </a:solidFill>
                <a:latin typeface="Aptos"/>
              </a:rPr>
              <a:t>Traffic speed drops on current route.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8437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3B46"/>
                </a:solidFill>
                <a:latin typeface="Aptos"/>
              </a:rPr>
              <a:t>08:25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724912"/>
            <a:ext cx="54864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2852928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3145536"/>
            <a:ext cx="51572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66707A"/>
                </a:solidFill>
                <a:latin typeface="Aptos"/>
              </a:rPr>
              <a:t>Model estimates additional delay.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611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3B46"/>
                </a:solidFill>
                <a:latin typeface="Aptos"/>
              </a:rPr>
              <a:t>08:26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493008"/>
            <a:ext cx="54864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3621024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3913632"/>
            <a:ext cx="51572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66707A"/>
                </a:solidFill>
                <a:latin typeface="Aptos"/>
              </a:rPr>
              <a:t>Routing engine checks alternatives.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3799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3B46"/>
                </a:solidFill>
                <a:latin typeface="Aptos"/>
              </a:rPr>
              <a:t>08:26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261104"/>
            <a:ext cx="54864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9592" y="4389120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Reroute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4681728"/>
            <a:ext cx="51572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66707A"/>
                </a:solidFill>
                <a:latin typeface="Aptos"/>
              </a:rPr>
              <a:t>Lower-cost route is recommended.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1480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3B46"/>
                </a:solidFill>
                <a:latin typeface="Aptos"/>
              </a:rPr>
              <a:t>08:31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5015484"/>
            <a:ext cx="548640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79592" y="5157216"/>
            <a:ext cx="5157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592" y="5449824"/>
            <a:ext cx="51572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 dirty="0">
                <a:solidFill>
                  <a:srgbClr val="66707A"/>
                </a:solidFill>
                <a:latin typeface="Aptos"/>
              </a:rPr>
              <a:t>Fresh observations trigger another check.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806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7A"/>
                </a:solidFill>
                <a:latin typeface="Aptos"/>
              </a:rPr>
              <a:t>This mirrors Google's publicly described example of predicting future congestion and rerouting a driver before the jam is reached.</a:t>
            </a:r>
          </a:p>
        </p:txBody>
      </p:sp>
      <p:pic>
        <p:nvPicPr>
          <p:cNvPr id="32" name="Picture 6" descr="SIMATS ENGINEERING —Profile">
            <a:extLst>
              <a:ext uri="{FF2B5EF4-FFF2-40B4-BE49-F238E27FC236}">
                <a16:creationId xmlns:a16="http://schemas.microsoft.com/office/drawing/2014/main" id="{03535406-2A37-085B-3AE9-4E1E6ABB9C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16913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SIMATS ENGINEERING —Profile">
            <a:extLst>
              <a:ext uri="{FF2B5EF4-FFF2-40B4-BE49-F238E27FC236}">
                <a16:creationId xmlns:a16="http://schemas.microsoft.com/office/drawing/2014/main" id="{D277CA26-30EB-4D4F-B416-E2A42DD99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26056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7. Enhancement &amp; Redesign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Improvements derived directly from the reverse-engineering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08176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Problem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3099816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66707A"/>
                </a:solidFill>
                <a:latin typeface="Aptos"/>
              </a:rPr>
              <a:t>Black-box decisions can be hard to explain.
AI predictions may become less reliable during unusual traffic conditions.
A delayed service can make a route decision stale.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08176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Proposed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83080"/>
            <a:ext cx="3099816" cy="29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66707A"/>
                </a:solidFill>
                <a:latin typeface="Aptos"/>
              </a:rPr>
              <a:t>Add prediction confidence.
Separate safety / road constraints from ML.
Add deterministic fallback routing.
Store route-decision reason codes.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408176"/>
            <a:ext cx="3099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Expected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783080"/>
            <a:ext cx="3099816" cy="18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66707A"/>
                </a:solidFill>
                <a:latin typeface="Aptos"/>
              </a:rPr>
              <a:t>More explainable routes
Safer failure handling
Easier testing
Better monitoring
Clearer debugging and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989320"/>
            <a:ext cx="9966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03B46"/>
                </a:solidFill>
                <a:latin typeface="Aptos"/>
              </a:rPr>
              <a:t>Design principle: use AI for prediction, but keep critical constraints deterministic and auditable.</a:t>
            </a:r>
          </a:p>
        </p:txBody>
      </p:sp>
      <p:pic>
        <p:nvPicPr>
          <p:cNvPr id="16" name="Picture 6" descr="SIMATS ENGINEERING —Profile">
            <a:extLst>
              <a:ext uri="{FF2B5EF4-FFF2-40B4-BE49-F238E27FC236}">
                <a16:creationId xmlns:a16="http://schemas.microsoft.com/office/drawing/2014/main" id="{064AC2F9-55DC-D301-04FD-2534A77B9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SIMATS ENGINEERING —Profile">
            <a:extLst>
              <a:ext uri="{FF2B5EF4-FFF2-40B4-BE49-F238E27FC236}">
                <a16:creationId xmlns:a16="http://schemas.microsoft.com/office/drawing/2014/main" id="{4E4E9655-DEF9-A240-9ADD-3D17D044D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8. Reverse-Engineering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How the architecture and logic were identified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36776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11680"/>
            <a:ext cx="16367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Record inputs, outputs and edge cases.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39" y="2423160"/>
            <a:ext cx="274321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0672" y="1636776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Decompose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011680"/>
            <a:ext cx="16367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Separate UI, data, AI and routing responsibilities.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2040" y="2423160"/>
            <a:ext cx="274320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12080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1636776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Hypothesize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011680"/>
            <a:ext cx="16367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Map behavior to likely algorithms and services.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40" y="2423160"/>
            <a:ext cx="274320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79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1" y="1636776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2011680"/>
            <a:ext cx="16367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Check whether the model explains multiple scenarios.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40" y="2423160"/>
            <a:ext cx="274319" cy="0"/>
          </a:xfrm>
          <a:prstGeom prst="line">
            <a:avLst/>
          </a:prstGeom>
          <a:ln w="25400">
            <a:solidFill>
              <a:srgbClr val="37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4080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48672" y="1636776"/>
            <a:ext cx="1636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011680"/>
            <a:ext cx="16367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Produce architecture, data-flow and decision diagrams.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88620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" y="4014215"/>
            <a:ext cx="4517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4389120"/>
            <a:ext cx="45171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Browser/app observation • API traces • Python • diagrams •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88620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1" y="4014215"/>
            <a:ext cx="4517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4389120"/>
            <a:ext cx="45171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Scenario testing • boundary cases • timing checks • comparison of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0644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707A"/>
                </a:solidFill>
                <a:latin typeface="Aptos"/>
              </a:rPr>
              <a:t>Ethical boundary: inspect only public behavior or systems you are authorized to test.</a:t>
            </a:r>
          </a:p>
        </p:txBody>
      </p:sp>
      <p:pic>
        <p:nvPicPr>
          <p:cNvPr id="32" name="Picture 6" descr="SIMATS ENGINEERING —Profile">
            <a:extLst>
              <a:ext uri="{FF2B5EF4-FFF2-40B4-BE49-F238E27FC236}">
                <a16:creationId xmlns:a16="http://schemas.microsoft.com/office/drawing/2014/main" id="{3DCDDDBC-15DB-4150-9265-334699CCA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SIMATS ENGINEERING —Profile">
            <a:extLst>
              <a:ext uri="{FF2B5EF4-FFF2-40B4-BE49-F238E27FC236}">
                <a16:creationId xmlns:a16="http://schemas.microsoft.com/office/drawing/2014/main" id="{FF4BD981-226A-DAAA-13A8-B2813FE49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"/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Aptos"/>
              </a:rPr>
              <a:t>One reverse-engineering process connects all five assessment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08176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16824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Understand visible inputs, outputs and responsibilities.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28016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408176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Reconstruct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783080"/>
            <a:ext cx="16824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Build the layered architecture and module interactions.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28016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408176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Identify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783080"/>
            <a:ext cx="16824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Infer algorithms and decision logic from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28016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1408176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1783080"/>
            <a:ext cx="16824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Follow data through prediction, routing and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280160"/>
            <a:ext cx="2011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28632" y="1408176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1783080"/>
            <a:ext cx="16824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Redesign for explainability, resilience and governance.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831335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3B46"/>
                </a:solidFill>
                <a:latin typeface="Aptos"/>
              </a:rPr>
              <a:t>Final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206240"/>
            <a:ext cx="1046073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66707A"/>
                </a:solidFill>
                <a:latin typeface="Aptos"/>
              </a:rPr>
              <a:t>Reverse engineering is not guessing the source code; it is creating the smallest technical model that explains the system's observed behavior.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7A"/>
                </a:solidFill>
                <a:latin typeface="Aptos"/>
              </a:rPr>
              <a:t>Key sources: Google Maps 101 (2020); Google DeepMind traffic prediction (2020); Google Maps India AI updates (2023–2025).</a:t>
            </a:r>
          </a:p>
        </p:txBody>
      </p:sp>
      <p:pic>
        <p:nvPicPr>
          <p:cNvPr id="27" name="Picture 6" descr="SIMATS ENGINEERING —Profile">
            <a:extLst>
              <a:ext uri="{FF2B5EF4-FFF2-40B4-BE49-F238E27FC236}">
                <a16:creationId xmlns:a16="http://schemas.microsoft.com/office/drawing/2014/main" id="{C6FCB9D3-1890-ED96-680D-C5CF43C16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66675" y="100584"/>
            <a:ext cx="619017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SIMATS ENGINEERING —Profile">
            <a:extLst>
              <a:ext uri="{FF2B5EF4-FFF2-40B4-BE49-F238E27FC236}">
                <a16:creationId xmlns:a16="http://schemas.microsoft.com/office/drawing/2014/main" id="{9DE9856A-04B5-0B3F-C8BE-F8558B7F51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1286811" y="109727"/>
            <a:ext cx="904884" cy="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831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 SANTHOSH KUMAR</dc:creator>
  <cp:keywords/>
  <dc:description>generated using python-pptx</dc:description>
  <cp:lastModifiedBy>Santhosh Kumar B</cp:lastModifiedBy>
  <cp:revision>2</cp:revision>
  <dcterms:created xsi:type="dcterms:W3CDTF">2013-01-27T09:14:16Z</dcterms:created>
  <dcterms:modified xsi:type="dcterms:W3CDTF">2026-08-25T18:41:12Z</dcterms:modified>
  <cp:category/>
</cp:coreProperties>
</file>